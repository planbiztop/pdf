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81" r:id="rId2"/>
    <p:sldId id="287" r:id="rId3"/>
    <p:sldId id="277" r:id="rId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72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047"/>
    <a:srgbClr val="0B2B41"/>
    <a:srgbClr val="114263"/>
    <a:srgbClr val="401918"/>
    <a:srgbClr val="731F1C"/>
    <a:srgbClr val="AB678E"/>
    <a:srgbClr val="B2606E"/>
    <a:srgbClr val="CA929B"/>
    <a:srgbClr val="248CD2"/>
    <a:srgbClr val="C88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89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64"/>
        <p:guide pos="408"/>
        <p:guide orient="horz" pos="432"/>
        <p:guide pos="72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15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3D1D01A-5516-4E1C-9A6D-D9EF8C203F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087A2D-9F8F-45E9-B127-C2407E7953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02B3BB-515A-4E79-9D2C-9D0E484059D5}" type="datetime1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515058-9F03-4AC5-A723-3D23E27720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6E583C-77B5-479A-A9CA-17DC816BC6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3D57C9-54A6-4BAA-A5CD-C535F9370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36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D57CA5-621E-47D5-935F-99BD60813745}" type="datetime1">
              <a:rPr lang="ru-RU" noProof="0" smtClean="0"/>
              <a:t>12.01.2026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F82289-BCFD-4053-9D06-A9140C63A45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9475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34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921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9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6676569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67656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42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5512953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50468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7085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47CEAAF6-CCA9-40F8-8A3D-FAAD92220D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20" y="2404234"/>
            <a:ext cx="5330038" cy="1746504"/>
          </a:xfrm>
        </p:spPr>
        <p:txBody>
          <a:bodyPr vert="horz" lIns="0" tIns="45720" rIns="0" bIns="45720" rtlCol="0" anchor="b" anchorCtr="1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3180" y="4553291"/>
            <a:ext cx="5049510" cy="521208"/>
          </a:xfrm>
        </p:spPr>
        <p:txBody>
          <a:bodyPr vert="horz" lIns="0" tIns="0" rIns="0" bIns="0" rtlCol="0" anchor="t" anchorCtr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7717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AAF32A0B-D38A-4E4A-BD5E-94B67129650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3B46-48AB-439D-A981-D3596F97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88" y="2313432"/>
            <a:ext cx="6592824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28D712-0D13-4ECD-9BEB-B8EE651FF6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90288" y="5193792"/>
            <a:ext cx="6592824" cy="97840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341130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объект_2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7" name="Объект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8" name="Номер слайда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7204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объект_3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8842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00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7" name="Объект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3242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DEF523FD-B1FC-40A7-93AA-389CB38E1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985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id="{B60C8CC8-C869-4395-B389-D76DF4A56AA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4385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1" name="Номер слайда 7">
            <a:extLst>
              <a:ext uri="{FF2B5EF4-FFF2-40B4-BE49-F238E27FC236}">
                <a16:creationId xmlns:a16="http://schemas.microsoft.com/office/drawing/2014/main" id="{E10AF5F6-7B7D-4CE6-A1D0-2F46804D3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5480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объект_2 (вертикальный 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1847927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2304413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1" name="Текст 12">
            <a:extLst>
              <a:ext uri="{FF2B5EF4-FFF2-40B4-BE49-F238E27FC236}">
                <a16:creationId xmlns:a16="http://schemas.microsoft.com/office/drawing/2014/main" id="{C3BB8EAB-4266-4938-A8CB-6D18C93801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9750" y="4048520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2" name="Объект 15">
            <a:extLst>
              <a:ext uri="{FF2B5EF4-FFF2-40B4-BE49-F238E27FC236}">
                <a16:creationId xmlns:a16="http://schemas.microsoft.com/office/drawing/2014/main" id="{716D363C-A0A5-4FB1-8CC2-850C0CD9F4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7700" y="4505006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5" name="Номер слайда 7">
            <a:extLst>
              <a:ext uri="{FF2B5EF4-FFF2-40B4-BE49-F238E27FC236}">
                <a16:creationId xmlns:a16="http://schemas.microsoft.com/office/drawing/2014/main" id="{AAF4A39B-C3C3-4691-BB94-371047ADD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4719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объект_1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2438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00F546D-5491-4A19-9725-5C920C573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597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8534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0AC1958-0DCB-4970-ADE3-E64DAAFC501D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E71A8D8-5A28-4968-9E80-110E9CB88F92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239C02C-1FAD-4E73-AB32-5A30A946A44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FF40D550-A563-4E50-AEE9-6D9D19499F9F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0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ажных_изображения (текст 0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ru-RU" noProof="0"/>
              <a:t>Добавить изображение</a:t>
            </a:r>
          </a:p>
        </p:txBody>
      </p:sp>
      <p:sp>
        <p:nvSpPr>
          <p:cNvPr id="20" name="Номер слайда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91417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F3686C7-DF83-47D9-A485-35F4F1D36A69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790B36CF-9391-49E9-B599-8B724B6EF267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468CE156-5D60-42B0-A4F9-33FA8553780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5" name="Номер слайда 7">
            <a:extLst>
              <a:ext uri="{FF2B5EF4-FFF2-40B4-BE49-F238E27FC236}">
                <a16:creationId xmlns:a16="http://schemas.microsoft.com/office/drawing/2014/main" id="{9E4521A1-4C9D-4795-B551-D151E8856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4037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75C086E-F523-4C77-938F-0DB6203DBC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1080" y="2139696"/>
            <a:ext cx="5578995" cy="879928"/>
          </a:xfrm>
        </p:spPr>
        <p:txBody>
          <a:bodyPr vert="horz" lIns="91440" tIns="45720" rIns="91440" bIns="45720" rtlCol="0" anchor="ctr" anchorCtr="0">
            <a:noAutofit/>
          </a:bodyPr>
          <a:lstStyle>
            <a:lvl1pPr algn="l">
              <a:defRPr lang="en-GB" b="0" dirty="0">
                <a:solidFill>
                  <a:schemeClr val="bg1"/>
                </a:solidFill>
              </a:defRPr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293AB9F-7C1D-4A06-9F42-4FD67BF27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9075" y="3653097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224AF9FB-5C6E-4050-AE8D-3B218C0F1D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9075" y="4392151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Телефон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8A48B85-2E0B-42B6-AB4A-1302D3C828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9075" y="5131205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Эл. почта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9244D33F-3A47-4DE3-8198-7AC5316E31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59075" y="5870258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Веб-сайт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20C8B-2E18-4D91-A806-6C7C3940B00F}"/>
              </a:ext>
            </a:extLst>
          </p:cNvPr>
          <p:cNvSpPr>
            <a:spLocks noGrp="1" noChangeAspect="1"/>
          </p:cNvSpPr>
          <p:nvPr>
            <p:ph sz="quarter" idx="19" hasCustomPrompt="1"/>
          </p:nvPr>
        </p:nvSpPr>
        <p:spPr>
          <a:xfrm>
            <a:off x="691080" y="4295744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3D1C5933-D103-4989-B652-C7B692341BC3}"/>
              </a:ext>
            </a:extLst>
          </p:cNvPr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691080" y="5034798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A80EBF65-A9A1-4724-B962-DB9B79A924AA}"/>
              </a:ext>
            </a:extLst>
          </p:cNvPr>
          <p:cNvSpPr>
            <a:spLocks noGrp="1" noChangeAspect="1"/>
          </p:cNvSpPr>
          <p:nvPr>
            <p:ph sz="quarter" idx="21" hasCustomPrompt="1"/>
          </p:nvPr>
        </p:nvSpPr>
        <p:spPr>
          <a:xfrm>
            <a:off x="691080" y="5773851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06251342-E6E3-4C57-A0A9-C7BB3DCAE115}"/>
              </a:ext>
            </a:extLst>
          </p:cNvPr>
          <p:cNvSpPr>
            <a:spLocks noGrp="1" noChangeAspect="1"/>
          </p:cNvSpPr>
          <p:nvPr>
            <p:ph sz="quarter" idx="22" hasCustomPrompt="1"/>
          </p:nvPr>
        </p:nvSpPr>
        <p:spPr>
          <a:xfrm>
            <a:off x="691080" y="3556690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</p:spTree>
    <p:extLst>
      <p:ext uri="{BB962C8B-B14F-4D97-AF65-F5344CB8AC3E}">
        <p14:creationId xmlns:p14="http://schemas.microsoft.com/office/powerpoint/2010/main" val="416935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5BE10AC4-CBFC-4ECF-92D5-9CE1874F58D7}"/>
              </a:ext>
            </a:extLst>
          </p:cNvPr>
          <p:cNvSpPr/>
          <p:nvPr userDrawn="1"/>
        </p:nvSpPr>
        <p:spPr>
          <a:xfrm>
            <a:off x="0" y="0"/>
            <a:ext cx="8568965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66734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4334810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73491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7BBA6D3-FEB9-412B-8FBB-095FC3A60A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3186" y="1825625"/>
            <a:ext cx="10815864" cy="4351338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1002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4A4F74B-B2CD-407C-865A-037EDFAC9DB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3186" y="1825625"/>
            <a:ext cx="5386614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A2548E2E-973A-4D52-ACB9-BF564F4073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27685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051069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0CD1AD0-C8B7-4785-A47D-D822CF4F24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3186" y="1681163"/>
            <a:ext cx="533214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A1BBCF-EEF1-4C9A-BA10-9657A79560D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27685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79F8415A-57A2-4D5C-97B0-E78499CC7C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186" y="2505075"/>
            <a:ext cx="5332147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2" name="Объект 5">
            <a:extLst>
              <a:ext uri="{FF2B5EF4-FFF2-40B4-BE49-F238E27FC236}">
                <a16:creationId xmlns:a16="http://schemas.microsoft.com/office/drawing/2014/main" id="{37A31490-A10D-455A-B515-E26064D0E10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27685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49070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9F5DF135-B773-4FF0-A198-68776815912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D4BA48E-457A-42FA-BC00-3AE386B38A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265862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3DF8AE6-3466-400C-B6F1-335DF4DE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6986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EA16B2-FFAE-4A6E-977D-191BC1DB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436B2E80-B2B9-4309-8C9B-11D0B83C43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03DB89DF-F372-4E54-9DFD-D53E42A2B8E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429434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0F2147C-DDBF-4431-95AC-650CCE32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tx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C3681-351A-40D9-8C08-632E982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7CEF16-92A3-4A77-B95D-A9DB5231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967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  <p:sldLayoutId id="2147483669" r:id="rId11"/>
    <p:sldLayoutId id="2147483655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заголовок">
            <a:extLst>
              <a:ext uri="{FF2B5EF4-FFF2-40B4-BE49-F238E27FC236}">
                <a16:creationId xmlns:a16="http://schemas.microsoft.com/office/drawing/2014/main" id="{28BAA8DA-C40B-4AB9-9407-30FB70335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</a:t>
            </a:r>
          </a:p>
        </p:txBody>
      </p:sp>
      <p:sp>
        <p:nvSpPr>
          <p:cNvPr id="12" name="Подзаголовок 11" descr="подзаголовок">
            <a:extLst>
              <a:ext uri="{FF2B5EF4-FFF2-40B4-BE49-F238E27FC236}">
                <a16:creationId xmlns:a16="http://schemas.microsoft.com/office/drawing/2014/main" id="{B28A8D9C-5123-4D2B-9272-016EF90E0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</a:t>
            </a:r>
          </a:p>
        </p:txBody>
      </p:sp>
      <p:pic>
        <p:nvPicPr>
          <p:cNvPr id="14" name="Рисунок 13" descr="Трое мужчин за столом для пикника">
            <a:extLst>
              <a:ext uri="{FF2B5EF4-FFF2-40B4-BE49-F238E27FC236}">
                <a16:creationId xmlns:a16="http://schemas.microsoft.com/office/drawing/2014/main" id="{0B90EB26-97FD-4B8B-86E0-B00589E094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676568" cy="6858000"/>
          </a:xfr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B664AAE-5AE9-41D7-8346-002B9F44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740" y="0"/>
            <a:ext cx="6208649" cy="6858000"/>
            <a:chOff x="-3740" y="0"/>
            <a:chExt cx="6208649" cy="6858000"/>
          </a:xfrm>
        </p:grpSpPr>
        <p:sp>
          <p:nvSpPr>
            <p:cNvPr id="11" name="Полилиния: Фигура 10">
              <a:extLst>
                <a:ext uri="{FF2B5EF4-FFF2-40B4-BE49-F238E27FC236}">
                  <a16:creationId xmlns:a16="http://schemas.microsoft.com/office/drawing/2014/main" id="{927C3783-B800-4093-BB0D-D5AEF08C3B59}"/>
                </a:ext>
              </a:extLst>
            </p:cNvPr>
            <p:cNvSpPr/>
            <p:nvPr/>
          </p:nvSpPr>
          <p:spPr>
            <a:xfrm>
              <a:off x="-3740" y="0"/>
              <a:ext cx="6208649" cy="6858000"/>
            </a:xfrm>
            <a:custGeom>
              <a:avLst/>
              <a:gdLst>
                <a:gd name="connsiteX0" fmla="*/ 0 w 6208649"/>
                <a:gd name="connsiteY0" fmla="*/ 0 h 6858000"/>
                <a:gd name="connsiteX1" fmla="*/ 6208649 w 6208649"/>
                <a:gd name="connsiteY1" fmla="*/ 0 h 6858000"/>
                <a:gd name="connsiteX2" fmla="*/ 2737815 w 6208649"/>
                <a:gd name="connsiteY2" fmla="*/ 6858000 h 6858000"/>
                <a:gd name="connsiteX3" fmla="*/ 0 w 62086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649" h="6858000">
                  <a:moveTo>
                    <a:pt x="0" y="0"/>
                  </a:moveTo>
                  <a:lnTo>
                    <a:pt x="6208649" y="0"/>
                  </a:lnTo>
                  <a:lnTo>
                    <a:pt x="27378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576E978-A841-4A4F-B153-CC369D9391D3}"/>
                </a:ext>
              </a:extLst>
            </p:cNvPr>
            <p:cNvSpPr/>
            <p:nvPr/>
          </p:nvSpPr>
          <p:spPr>
            <a:xfrm>
              <a:off x="1451429" y="0"/>
              <a:ext cx="3222172" cy="6858000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2556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заголовок">
            <a:extLst>
              <a:ext uri="{FF2B5EF4-FFF2-40B4-BE49-F238E27FC236}">
                <a16:creationId xmlns:a16="http://schemas.microsoft.com/office/drawing/2014/main" id="{28BAA8DA-C40B-4AB9-9407-30FB70335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ELIT1</a:t>
            </a:r>
          </a:p>
        </p:txBody>
      </p:sp>
      <p:sp>
        <p:nvSpPr>
          <p:cNvPr id="12" name="Подзаголовок 11" descr="подзаголовок">
            <a:extLst>
              <a:ext uri="{FF2B5EF4-FFF2-40B4-BE49-F238E27FC236}">
                <a16:creationId xmlns:a16="http://schemas.microsoft.com/office/drawing/2014/main" id="{B28A8D9C-5123-4D2B-9272-016EF90E0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</a:t>
            </a:r>
          </a:p>
        </p:txBody>
      </p:sp>
      <p:pic>
        <p:nvPicPr>
          <p:cNvPr id="14" name="Рисунок 13" descr="комната с красными стульями перед окном">
            <a:extLst>
              <a:ext uri="{FF2B5EF4-FFF2-40B4-BE49-F238E27FC236}">
                <a16:creationId xmlns:a16="http://schemas.microsoft.com/office/drawing/2014/main" id="{E983D85E-34D8-430D-875F-7EBB69A6B7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B664AAE-5AE9-41D7-8346-002B9F44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740" y="0"/>
            <a:ext cx="6208649" cy="6858000"/>
            <a:chOff x="-3740" y="0"/>
            <a:chExt cx="6208649" cy="6858000"/>
          </a:xfrm>
        </p:grpSpPr>
        <p:sp>
          <p:nvSpPr>
            <p:cNvPr id="11" name="Полилиния: Фигура 10">
              <a:extLst>
                <a:ext uri="{FF2B5EF4-FFF2-40B4-BE49-F238E27FC236}">
                  <a16:creationId xmlns:a16="http://schemas.microsoft.com/office/drawing/2014/main" id="{927C3783-B800-4093-BB0D-D5AEF08C3B59}"/>
                </a:ext>
              </a:extLst>
            </p:cNvPr>
            <p:cNvSpPr/>
            <p:nvPr/>
          </p:nvSpPr>
          <p:spPr>
            <a:xfrm>
              <a:off x="-3740" y="0"/>
              <a:ext cx="6208649" cy="6858000"/>
            </a:xfrm>
            <a:custGeom>
              <a:avLst/>
              <a:gdLst>
                <a:gd name="connsiteX0" fmla="*/ 0 w 6208649"/>
                <a:gd name="connsiteY0" fmla="*/ 0 h 6858000"/>
                <a:gd name="connsiteX1" fmla="*/ 6208649 w 6208649"/>
                <a:gd name="connsiteY1" fmla="*/ 0 h 6858000"/>
                <a:gd name="connsiteX2" fmla="*/ 2737815 w 6208649"/>
                <a:gd name="connsiteY2" fmla="*/ 6858000 h 6858000"/>
                <a:gd name="connsiteX3" fmla="*/ 0 w 62086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649" h="6858000">
                  <a:moveTo>
                    <a:pt x="0" y="0"/>
                  </a:moveTo>
                  <a:lnTo>
                    <a:pt x="6208649" y="0"/>
                  </a:lnTo>
                  <a:lnTo>
                    <a:pt x="27378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576E978-A841-4A4F-B153-CC369D9391D3}"/>
                </a:ext>
              </a:extLst>
            </p:cNvPr>
            <p:cNvSpPr/>
            <p:nvPr/>
          </p:nvSpPr>
          <p:spPr>
            <a:xfrm>
              <a:off x="1451429" y="0"/>
              <a:ext cx="3222172" cy="6858000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238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 descr="группа учащихся за столом в библиотеке">
            <a:extLst>
              <a:ext uri="{FF2B5EF4-FFF2-40B4-BE49-F238E27FC236}">
                <a16:creationId xmlns:a16="http://schemas.microsoft.com/office/drawing/2014/main" id="{1A5F02FB-FDF1-427A-AB2F-50F09EBEE5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96D2D9B-E0B9-499F-9404-108DB59E4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6957056" cy="6858000"/>
            <a:chOff x="0" y="0"/>
            <a:chExt cx="6957056" cy="6858000"/>
          </a:xfrm>
        </p:grpSpPr>
        <p:sp>
          <p:nvSpPr>
            <p:cNvPr id="33" name="Параллелограмм 32">
              <a:extLst>
                <a:ext uri="{FF2B5EF4-FFF2-40B4-BE49-F238E27FC236}">
                  <a16:creationId xmlns:a16="http://schemas.microsoft.com/office/drawing/2014/main" id="{7E2E6584-76E9-4C56-A349-C9CDC96DC5F0}"/>
                </a:ext>
              </a:extLst>
            </p:cNvPr>
            <p:cNvSpPr/>
            <p:nvPr/>
          </p:nvSpPr>
          <p:spPr>
            <a:xfrm>
              <a:off x="1150750" y="0"/>
              <a:ext cx="5491804" cy="6858000"/>
            </a:xfrm>
            <a:prstGeom prst="parallelogram">
              <a:avLst>
                <a:gd name="adj" fmla="val 32713"/>
              </a:avLst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B73F00D5-E18D-4210-AD3E-3ED73CEE4865}"/>
                </a:ext>
              </a:extLst>
            </p:cNvPr>
            <p:cNvSpPr/>
            <p:nvPr/>
          </p:nvSpPr>
          <p:spPr>
            <a:xfrm flipH="1" flipV="1">
              <a:off x="0" y="482600"/>
              <a:ext cx="6957056" cy="5892799"/>
            </a:xfrm>
            <a:custGeom>
              <a:avLst/>
              <a:gdLst>
                <a:gd name="connsiteX0" fmla="*/ 6957056 w 6957056"/>
                <a:gd name="connsiteY0" fmla="*/ 5892799 h 5892799"/>
                <a:gd name="connsiteX1" fmla="*/ 0 w 6957056"/>
                <a:gd name="connsiteY1" fmla="*/ 5892799 h 5892799"/>
                <a:gd name="connsiteX2" fmla="*/ 1473200 w 6957056"/>
                <a:gd name="connsiteY2" fmla="*/ 0 h 5892799"/>
                <a:gd name="connsiteX3" fmla="*/ 6957056 w 6957056"/>
                <a:gd name="connsiteY3" fmla="*/ 0 h 589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7056" h="5892799">
                  <a:moveTo>
                    <a:pt x="6957056" y="5892799"/>
                  </a:moveTo>
                  <a:lnTo>
                    <a:pt x="0" y="5892799"/>
                  </a:lnTo>
                  <a:lnTo>
                    <a:pt x="1473200" y="0"/>
                  </a:lnTo>
                  <a:lnTo>
                    <a:pt x="6957056" y="0"/>
                  </a:lnTo>
                  <a:close/>
                </a:path>
              </a:pathLst>
            </a:custGeom>
            <a:solidFill>
              <a:schemeClr val="accent2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C6577883-A694-450C-A2C7-C9C8A85D9915}"/>
                </a:ext>
              </a:extLst>
            </p:cNvPr>
            <p:cNvSpPr/>
            <p:nvPr/>
          </p:nvSpPr>
          <p:spPr>
            <a:xfrm flipH="1" flipV="1">
              <a:off x="0" y="4457696"/>
              <a:ext cx="6267450" cy="883839"/>
            </a:xfrm>
            <a:custGeom>
              <a:avLst/>
              <a:gdLst>
                <a:gd name="connsiteX0" fmla="*/ 6267450 w 6267450"/>
                <a:gd name="connsiteY0" fmla="*/ 883839 h 883839"/>
                <a:gd name="connsiteX1" fmla="*/ 0 w 6267450"/>
                <a:gd name="connsiteY1" fmla="*/ 883839 h 883839"/>
                <a:gd name="connsiteX2" fmla="*/ 220960 w 6267450"/>
                <a:gd name="connsiteY2" fmla="*/ 0 h 883839"/>
                <a:gd name="connsiteX3" fmla="*/ 6267450 w 6267450"/>
                <a:gd name="connsiteY3" fmla="*/ 0 h 88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7450" h="883839">
                  <a:moveTo>
                    <a:pt x="6267450" y="883839"/>
                  </a:moveTo>
                  <a:lnTo>
                    <a:pt x="0" y="883839"/>
                  </a:lnTo>
                  <a:lnTo>
                    <a:pt x="220960" y="0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</p:grpSp>
      <p:sp>
        <p:nvSpPr>
          <p:cNvPr id="31" name="Заголовок 30" descr="заголовок">
            <a:extLst>
              <a:ext uri="{FF2B5EF4-FFF2-40B4-BE49-F238E27FC236}">
                <a16:creationId xmlns:a16="http://schemas.microsoft.com/office/drawing/2014/main" id="{9284195F-D106-45D8-ABAA-959FA6894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020" y="1347537"/>
            <a:ext cx="5330038" cy="2803201"/>
          </a:xfrm>
        </p:spPr>
        <p:txBody>
          <a:bodyPr rtlCol="0"/>
          <a:lstStyle/>
          <a:p>
            <a:pPr rtl="0"/>
            <a:r>
              <a:rPr lang="ru-RU"/>
              <a:t>LOREM IPSUM DOLOR SIT AMET, CONSECTETUER ADIPISCING ELIT2</a:t>
            </a:r>
          </a:p>
        </p:txBody>
      </p:sp>
      <p:sp>
        <p:nvSpPr>
          <p:cNvPr id="12" name="Подзаголовок 11" descr="подзаголовок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80" y="4553291"/>
            <a:ext cx="5049510" cy="788244"/>
          </a:xfrm>
        </p:spPr>
        <p:txBody>
          <a:bodyPr rtlCol="0"/>
          <a:lstStyle/>
          <a:p>
            <a:pPr rtl="0"/>
            <a:r>
              <a:rPr lang="ru-RU"/>
              <a:t>Lorem ipsum dolor sit amet, consectetuer adipiscing elit. Maecenas porttitor congue</a:t>
            </a:r>
          </a:p>
        </p:txBody>
      </p:sp>
    </p:spTree>
    <p:extLst>
      <p:ext uri="{BB962C8B-B14F-4D97-AF65-F5344CB8AC3E}">
        <p14:creationId xmlns:p14="http://schemas.microsoft.com/office/powerpoint/2010/main" val="23665782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MSFT_04_Educa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606E"/>
      </a:accent1>
      <a:accent2>
        <a:srgbClr val="0F3955"/>
      </a:accent2>
      <a:accent3>
        <a:srgbClr val="FFC000"/>
      </a:accent3>
      <a:accent4>
        <a:srgbClr val="BF678E"/>
      </a:accent4>
      <a:accent5>
        <a:srgbClr val="731F1C"/>
      </a:accent5>
      <a:accent6>
        <a:srgbClr val="7A9E56"/>
      </a:accent6>
      <a:hlink>
        <a:srgbClr val="00B0F0"/>
      </a:hlink>
      <a:folHlink>
        <a:srgbClr val="595959"/>
      </a:folHlink>
    </a:clrScheme>
    <a:fontScheme name="MSFT_04_Education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154830_TF00475556_Win32" id="{F5446CBF-CD4D-4845-B8C1-BEFBD5F3B152}" vid="{6948B3F1-8288-48D9-870E-50653B82634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Учебная презентация</Template>
  <TotalTime>0</TotalTime>
  <Words>69</Words>
  <Application>Microsoft Office PowerPoint</Application>
  <PresentationFormat>Широкоэкранный</PresentationFormat>
  <Paragraphs>9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Corbel</vt:lpstr>
      <vt:lpstr>Тема Office</vt:lpstr>
      <vt:lpstr>LOREM IPSUM DOLOR SIT AMET, CONSECTETUER ADIPISCING ELIT</vt:lpstr>
      <vt:lpstr>LOREM IPSUM DOLOR SIT AMET, CONSECTETUER ADIPISCING ELIT1</vt:lpstr>
      <vt:lpstr>LOREM IPSUM DOLOR SIT AMET, CONSECTETUER ADIPISCING ELIT2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</dc:title>
  <dc:creator>User</dc:creator>
  <cp:lastModifiedBy>User</cp:lastModifiedBy>
  <cp:revision>1</cp:revision>
  <dcterms:created xsi:type="dcterms:W3CDTF">2026-01-12T14:26:27Z</dcterms:created>
  <dcterms:modified xsi:type="dcterms:W3CDTF">2026-01-12T14:26:49Z</dcterms:modified>
</cp:coreProperties>
</file>