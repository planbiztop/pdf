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sldIdLst>
    <p:sldId id="289" r:id="rId2"/>
    <p:sldId id="256" r:id="rId3"/>
    <p:sldId id="257" r:id="rId4"/>
    <p:sldId id="319" r:id="rId5"/>
    <p:sldId id="320" r:id="rId6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A50021"/>
    <a:srgbClr val="FF9933"/>
    <a:srgbClr val="9ED561"/>
    <a:srgbClr val="FFFFFF"/>
    <a:srgbClr val="3CC2F2"/>
    <a:srgbClr val="FF99FF"/>
    <a:srgbClr val="660066"/>
    <a:srgbClr val="000099"/>
    <a:srgbClr val="FF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693" autoAdjust="0"/>
  </p:normalViewPr>
  <p:slideViewPr>
    <p:cSldViewPr>
      <p:cViewPr varScale="1">
        <p:scale>
          <a:sx n="91" d="100"/>
          <a:sy n="91" d="100"/>
        </p:scale>
        <p:origin x="-51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3/14/2017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465CED-262B-498B-B2E9-002AACFB36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pPr>
              <a:defRPr/>
            </a:pPr>
            <a:fld id="{EF710CA5-5166-4BDE-823A-BA68DF1066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710CA5-5166-4BDE-823A-BA68DF1066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710CA5-5166-4BDE-823A-BA68DF1066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710CA5-5166-4BDE-823A-BA68DF1066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134-F1C3-464B-BF47-54DC2DE08F52}" type="datetimeFigureOut">
              <a:rPr lang="en-US" smtClean="0"/>
              <a:pPr/>
              <a:t>3/14/2017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228600" y="228600"/>
            <a:ext cx="8763000" cy="6400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>
                <a:lumMod val="40000"/>
                <a:lumOff val="60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710CA5-5166-4BDE-823A-BA68DF1066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710CA5-5166-4BDE-823A-BA68DF1066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710CA5-5166-4BDE-823A-BA68DF1066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710CA5-5166-4BDE-823A-BA68DF1066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50000">
              <a:srgbClr val="92D050"/>
            </a:gs>
            <a:gs pos="100000">
              <a:srgbClr val="00B050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fld id="{EF710CA5-5166-4BDE-823A-BA68DF1066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clubvinyl.ru/wp-content/uploads/2015/08/0_7e0e7_b000d466_L-300x203.png" TargetMode="External"/><Relationship Id="rId2" Type="http://schemas.openxmlformats.org/officeDocument/2006/relationships/hyperlink" Target="https://mrsgowersclasses.files.wordpress.com/2013/04/276002xcitefun-welldone.jpg" TargetMode="External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/>
          <p:cNvSpPr/>
          <p:nvPr/>
        </p:nvSpPr>
        <p:spPr>
          <a:xfrm>
            <a:off x="304800" y="228600"/>
            <a:ext cx="8534400" cy="6324600"/>
          </a:xfrm>
          <a:prstGeom prst="roundRect">
            <a:avLst/>
          </a:prstGeom>
          <a:solidFill>
            <a:srgbClr val="9ED561"/>
          </a:solidFill>
          <a:ln w="57150" cmpd="thickThin">
            <a:solidFill>
              <a:schemeClr val="tx1"/>
            </a:solidFill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 cmpd="thickThin">
                <a:solidFill>
                  <a:schemeClr val="tx1"/>
                </a:solidFill>
              </a:ln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76400" y="1066800"/>
            <a:ext cx="6069404" cy="3231654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ru-RU" sz="4400" dirty="0" smtClean="0">
                <a:ln w="19050">
                  <a:solidFill>
                    <a:srgbClr val="660033"/>
                  </a:solidFill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Шаблон </a:t>
            </a:r>
          </a:p>
          <a:p>
            <a:pPr algn="ctr">
              <a:defRPr/>
            </a:pPr>
            <a:r>
              <a:rPr lang="ru-RU" sz="4400" dirty="0" smtClean="0">
                <a:ln w="19050">
                  <a:solidFill>
                    <a:srgbClr val="660033"/>
                  </a:solidFill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для создания интерактивной игры типа «Своя игра»</a:t>
            </a:r>
            <a:endParaRPr lang="ru-RU" sz="4400" dirty="0" smtClean="0">
              <a:ln w="19050">
                <a:solidFill>
                  <a:srgbClr val="660033"/>
                </a:solidFill>
              </a:ln>
              <a:solidFill>
                <a:srgbClr val="FF99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  <a:p>
            <a:pPr algn="ctr">
              <a:defRPr/>
            </a:pPr>
            <a:r>
              <a:rPr lang="ru-RU" sz="2800" dirty="0" smtClean="0">
                <a:ln>
                  <a:solidFill>
                    <a:srgbClr val="660033"/>
                  </a:solidFill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Начальные </a:t>
            </a:r>
            <a:r>
              <a:rPr lang="ru-RU" sz="2800" dirty="0" smtClean="0">
                <a:ln>
                  <a:solidFill>
                    <a:srgbClr val="660033"/>
                  </a:solidFill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классы</a:t>
            </a:r>
            <a:endParaRPr lang="ru-RU" sz="2800" dirty="0">
              <a:ln>
                <a:solidFill>
                  <a:srgbClr val="660033"/>
                </a:solidFill>
              </a:ln>
              <a:solidFill>
                <a:srgbClr val="FF99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71800" y="5257800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hangingPunct="0">
              <a:tabLst>
                <a:tab pos="2970213" algn="ctr"/>
                <a:tab pos="5940425" algn="r"/>
              </a:tabLst>
            </a:pPr>
            <a:r>
              <a:rPr lang="ru-RU" sz="1800" b="1" i="1" dirty="0" smtClean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Головина </a:t>
            </a:r>
            <a:r>
              <a:rPr lang="ru-RU" sz="1800" b="1" i="1" dirty="0" smtClean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Елена </a:t>
            </a:r>
            <a:r>
              <a:rPr lang="ru-RU" sz="1800" b="1" i="1" dirty="0" smtClean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Анатольевна,</a:t>
            </a:r>
            <a:r>
              <a:rPr lang="ru-RU" sz="1800" b="1" i="1" dirty="0" smtClean="0">
                <a:latin typeface="Calibri" pitchFamily="34" charset="0"/>
                <a:cs typeface="Calibri" pitchFamily="34" charset="0"/>
              </a:rPr>
              <a:t> </a:t>
            </a:r>
            <a:endParaRPr lang="ru-RU" sz="1800" b="1" i="1" dirty="0" smtClean="0">
              <a:latin typeface="Calibri" pitchFamily="34" charset="0"/>
              <a:cs typeface="Calibri" pitchFamily="34" charset="0"/>
            </a:endParaRPr>
          </a:p>
          <a:p>
            <a:pPr lvl="0" algn="ctr" eaLnBrk="0" hangingPunct="0">
              <a:tabLst>
                <a:tab pos="2970213" algn="ctr"/>
                <a:tab pos="5940425" algn="r"/>
              </a:tabLst>
            </a:pPr>
            <a:r>
              <a:rPr lang="ru-RU" sz="1800" b="1" i="1" dirty="0" smtClean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учитель </a:t>
            </a:r>
            <a:r>
              <a:rPr lang="ru-RU" sz="1800" b="1" i="1" dirty="0" smtClean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начальных классов </a:t>
            </a:r>
            <a:endParaRPr lang="ru-RU" sz="1800" b="1" i="1" dirty="0" smtClean="0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lvl="0" algn="ctr" eaLnBrk="0" hangingPunct="0">
              <a:tabLst>
                <a:tab pos="2970213" algn="ctr"/>
                <a:tab pos="5940425" algn="r"/>
              </a:tabLst>
            </a:pPr>
            <a:r>
              <a:rPr lang="ru-RU" sz="1800" b="1" i="1" dirty="0" smtClean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МКОУ БГО </a:t>
            </a:r>
            <a:r>
              <a:rPr lang="ru-RU" sz="1800" b="1" i="1" dirty="0" err="1" smtClean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Губарёвской</a:t>
            </a:r>
            <a:r>
              <a:rPr lang="ru-RU" sz="1800" b="1" i="1" dirty="0" smtClean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СОШ</a:t>
            </a:r>
            <a:endParaRPr lang="ru-RU" sz="1800" b="1" i="1" dirty="0" smtClean="0">
              <a:solidFill>
                <a:srgbClr val="000000"/>
              </a:solidFill>
              <a:latin typeface="Calibri" pitchFamily="34" charset="0"/>
              <a:ea typeface="Times New Roman" pitchFamily="18" charset="0"/>
              <a:cs typeface="Calibri" pitchFamily="34" charset="0"/>
            </a:endParaRPr>
          </a:p>
        </p:txBody>
      </p:sp>
      <p:sp>
        <p:nvSpPr>
          <p:cNvPr id="7" name="Управляющая кнопка: сведения 6">
            <a:hlinkClick r:id="" action="ppaction://hlinkshowjump?jump=lastslide" highlightClick="1"/>
          </p:cNvPr>
          <p:cNvSpPr/>
          <p:nvPr/>
        </p:nvSpPr>
        <p:spPr>
          <a:xfrm>
            <a:off x="152400" y="6400800"/>
            <a:ext cx="304800" cy="304800"/>
          </a:xfrm>
          <a:prstGeom prst="actionButtonInformatio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L:\сова рис1.pn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57200" y="4114800"/>
            <a:ext cx="3155545" cy="2135252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0" name="Text Box 51"/>
          <p:cNvSpPr txBox="1">
            <a:spLocks noChangeArrowheads="1"/>
          </p:cNvSpPr>
          <p:nvPr/>
        </p:nvSpPr>
        <p:spPr bwMode="auto">
          <a:xfrm>
            <a:off x="457200" y="319088"/>
            <a:ext cx="1196975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spcBef>
                <a:spcPct val="50000"/>
              </a:spcBef>
            </a:pPr>
            <a:r>
              <a:rPr lang="ru-RU" sz="1600" b="1" dirty="0" smtClean="0">
                <a:ln w="11430"/>
                <a:solidFill>
                  <a:srgbClr val="00009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Narrow" pitchFamily="34" charset="0"/>
              </a:rPr>
              <a:t>номинация</a:t>
            </a:r>
            <a:endParaRPr lang="en-US" sz="1600" b="1" dirty="0">
              <a:ln w="11430"/>
              <a:solidFill>
                <a:srgbClr val="000099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ekton Pro" pitchFamily="34" charset="0"/>
            </a:endParaRPr>
          </a:p>
        </p:txBody>
      </p:sp>
      <p:sp>
        <p:nvSpPr>
          <p:cNvPr id="3112" name="Text Box 161"/>
          <p:cNvSpPr txBox="1">
            <a:spLocks noChangeArrowheads="1"/>
          </p:cNvSpPr>
          <p:nvPr/>
        </p:nvSpPr>
        <p:spPr bwMode="auto">
          <a:xfrm>
            <a:off x="1844040" y="319088"/>
            <a:ext cx="1196975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spcBef>
                <a:spcPct val="50000"/>
              </a:spcBef>
            </a:pPr>
            <a:r>
              <a:rPr lang="ru-RU" sz="1600" b="1" dirty="0" smtClean="0">
                <a:ln w="11430">
                  <a:solidFill>
                    <a:srgbClr val="FFC000"/>
                  </a:solidFill>
                </a:ln>
                <a:solidFill>
                  <a:srgbClr val="FFC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Narrow" pitchFamily="34" charset="0"/>
              </a:rPr>
              <a:t>номинация</a:t>
            </a:r>
            <a:endParaRPr lang="en-US" sz="1600" b="1" dirty="0">
              <a:ln w="11430">
                <a:solidFill>
                  <a:srgbClr val="FFC000"/>
                </a:solidFill>
              </a:ln>
              <a:solidFill>
                <a:srgbClr val="FFC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3113" name="Text Box 162"/>
          <p:cNvSpPr txBox="1">
            <a:spLocks noChangeArrowheads="1"/>
          </p:cNvSpPr>
          <p:nvPr/>
        </p:nvSpPr>
        <p:spPr bwMode="auto">
          <a:xfrm>
            <a:off x="3200400" y="304800"/>
            <a:ext cx="134112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1600" b="1" dirty="0" smtClean="0">
                <a:ln w="11430"/>
                <a:solidFill>
                  <a:srgbClr val="00009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Narrow" pitchFamily="34" charset="0"/>
              </a:rPr>
              <a:t>номинация</a:t>
            </a:r>
            <a:endParaRPr lang="en-US" sz="1600" b="1" dirty="0">
              <a:ln w="11430"/>
              <a:solidFill>
                <a:srgbClr val="000099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3114" name="Text Box 163"/>
          <p:cNvSpPr txBox="1">
            <a:spLocks noChangeArrowheads="1"/>
          </p:cNvSpPr>
          <p:nvPr/>
        </p:nvSpPr>
        <p:spPr bwMode="auto">
          <a:xfrm>
            <a:off x="4617720" y="319088"/>
            <a:ext cx="1196975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spcBef>
                <a:spcPct val="50000"/>
              </a:spcBef>
            </a:pPr>
            <a:r>
              <a:rPr lang="ru-RU" sz="1600" b="1" dirty="0" smtClean="0">
                <a:ln w="11430">
                  <a:solidFill>
                    <a:srgbClr val="FFC000"/>
                  </a:solidFill>
                </a:ln>
                <a:solidFill>
                  <a:srgbClr val="FFC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Narrow" pitchFamily="34" charset="0"/>
              </a:rPr>
              <a:t>номинация</a:t>
            </a:r>
            <a:endParaRPr lang="ru-RU" sz="1600" b="1" dirty="0">
              <a:ln w="11430">
                <a:solidFill>
                  <a:srgbClr val="FFC000"/>
                </a:solidFill>
              </a:ln>
              <a:solidFill>
                <a:srgbClr val="FFC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3115" name="Text Box 164"/>
          <p:cNvSpPr txBox="1">
            <a:spLocks noChangeArrowheads="1"/>
          </p:cNvSpPr>
          <p:nvPr/>
        </p:nvSpPr>
        <p:spPr bwMode="auto">
          <a:xfrm>
            <a:off x="6004560" y="319088"/>
            <a:ext cx="1196975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ru-RU" sz="1600" b="1" dirty="0" smtClean="0">
                <a:ln w="11430"/>
                <a:solidFill>
                  <a:srgbClr val="00009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Narrow" pitchFamily="34" charset="0"/>
              </a:rPr>
              <a:t>номинация</a:t>
            </a:r>
            <a:endParaRPr lang="en-US" sz="1600" b="1" dirty="0">
              <a:ln w="11430"/>
              <a:solidFill>
                <a:srgbClr val="000099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2213" name="Text Box 165"/>
          <p:cNvSpPr txBox="1">
            <a:spLocks noChangeArrowheads="1"/>
          </p:cNvSpPr>
          <p:nvPr/>
        </p:nvSpPr>
        <p:spPr bwMode="auto">
          <a:xfrm>
            <a:off x="7391400" y="319088"/>
            <a:ext cx="14478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1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spcBef>
                <a:spcPct val="50000"/>
              </a:spcBef>
              <a:defRPr/>
            </a:pPr>
            <a:r>
              <a:rPr lang="ru-RU" sz="1600" b="1" dirty="0" smtClean="0">
                <a:ln w="11430">
                  <a:solidFill>
                    <a:srgbClr val="FFC000"/>
                  </a:solidFill>
                </a:ln>
                <a:solidFill>
                  <a:srgbClr val="FFC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 Narrow" pitchFamily="34" charset="0"/>
              </a:rPr>
              <a:t>номинация</a:t>
            </a:r>
            <a:endParaRPr lang="ru-RU" sz="1600" b="1" dirty="0">
              <a:ln w="11430">
                <a:solidFill>
                  <a:srgbClr val="FFC000"/>
                </a:solidFill>
              </a:ln>
              <a:solidFill>
                <a:srgbClr val="FFC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57" name="Скругленный прямоугольник 56">
            <a:hlinkClick r:id="rId2" action="ppaction://hlinksldjump"/>
          </p:cNvPr>
          <p:cNvSpPr/>
          <p:nvPr/>
        </p:nvSpPr>
        <p:spPr>
          <a:xfrm>
            <a:off x="1851120" y="11850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100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58" name="Скругленный прямоугольник 57">
            <a:hlinkClick r:id="rId3" action="ppaction://hlinksldjump"/>
          </p:cNvPr>
          <p:cNvSpPr/>
          <p:nvPr/>
        </p:nvSpPr>
        <p:spPr>
          <a:xfrm>
            <a:off x="457200" y="11850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100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59" name="Скругленный прямоугольник 58">
            <a:hlinkClick r:id="" action="ppaction://noaction"/>
          </p:cNvPr>
          <p:cNvSpPr/>
          <p:nvPr/>
        </p:nvSpPr>
        <p:spPr>
          <a:xfrm>
            <a:off x="4638960" y="11850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100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0" name="Скругленный прямоугольник 59">
            <a:hlinkClick r:id="rId4" action="ppaction://hlinksldjump"/>
          </p:cNvPr>
          <p:cNvSpPr/>
          <p:nvPr/>
        </p:nvSpPr>
        <p:spPr>
          <a:xfrm>
            <a:off x="3245040" y="11850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100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1" name="Скругленный прямоугольник 60">
            <a:hlinkClick r:id="" action="ppaction://noaction"/>
          </p:cNvPr>
          <p:cNvSpPr/>
          <p:nvPr/>
        </p:nvSpPr>
        <p:spPr>
          <a:xfrm>
            <a:off x="6032880" y="11850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100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2" name="Скругленный прямоугольник 61">
            <a:hlinkClick r:id="" action="ppaction://noaction"/>
          </p:cNvPr>
          <p:cNvSpPr/>
          <p:nvPr/>
        </p:nvSpPr>
        <p:spPr>
          <a:xfrm>
            <a:off x="7426800" y="11850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100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4" name="Скругленный прямоугольник 63">
            <a:hlinkClick r:id="" action="ppaction://noaction"/>
          </p:cNvPr>
          <p:cNvSpPr/>
          <p:nvPr/>
        </p:nvSpPr>
        <p:spPr>
          <a:xfrm>
            <a:off x="1851120" y="20232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200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5" name="Скругленный прямоугольник 64">
            <a:hlinkClick r:id="" action="ppaction://noaction"/>
          </p:cNvPr>
          <p:cNvSpPr/>
          <p:nvPr/>
        </p:nvSpPr>
        <p:spPr>
          <a:xfrm>
            <a:off x="457200" y="20232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200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6" name="Скругленный прямоугольник 65">
            <a:hlinkClick r:id="" action="ppaction://noaction"/>
          </p:cNvPr>
          <p:cNvSpPr/>
          <p:nvPr/>
        </p:nvSpPr>
        <p:spPr>
          <a:xfrm>
            <a:off x="4638960" y="20232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200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7" name="Скругленный прямоугольник 66">
            <a:hlinkClick r:id="" action="ppaction://noaction"/>
          </p:cNvPr>
          <p:cNvSpPr/>
          <p:nvPr/>
        </p:nvSpPr>
        <p:spPr>
          <a:xfrm>
            <a:off x="3245040" y="20232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200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8" name="Скругленный прямоугольник 67">
            <a:hlinkClick r:id="" action="ppaction://noaction"/>
          </p:cNvPr>
          <p:cNvSpPr/>
          <p:nvPr/>
        </p:nvSpPr>
        <p:spPr>
          <a:xfrm>
            <a:off x="6032880" y="20232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200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69" name="Скругленный прямоугольник 68">
            <a:hlinkClick r:id="" action="ppaction://noaction"/>
          </p:cNvPr>
          <p:cNvSpPr/>
          <p:nvPr/>
        </p:nvSpPr>
        <p:spPr>
          <a:xfrm>
            <a:off x="7426800" y="20232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200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70" name="Скругленный прямоугольник 69">
            <a:hlinkClick r:id="" action="ppaction://noaction"/>
          </p:cNvPr>
          <p:cNvSpPr/>
          <p:nvPr/>
        </p:nvSpPr>
        <p:spPr>
          <a:xfrm>
            <a:off x="1846135" y="28614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300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71" name="Скругленный прямоугольник 70">
            <a:hlinkClick r:id="" action="ppaction://noaction"/>
          </p:cNvPr>
          <p:cNvSpPr/>
          <p:nvPr/>
        </p:nvSpPr>
        <p:spPr>
          <a:xfrm>
            <a:off x="452215" y="28614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300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72" name="Скругленный прямоугольник 71">
            <a:hlinkClick r:id="" action="ppaction://noaction"/>
          </p:cNvPr>
          <p:cNvSpPr/>
          <p:nvPr/>
        </p:nvSpPr>
        <p:spPr>
          <a:xfrm>
            <a:off x="4633975" y="28614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300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73" name="Скругленный прямоугольник 72">
            <a:hlinkClick r:id="" action="ppaction://noaction"/>
          </p:cNvPr>
          <p:cNvSpPr/>
          <p:nvPr/>
        </p:nvSpPr>
        <p:spPr>
          <a:xfrm>
            <a:off x="3240055" y="28614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300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74" name="Скругленный прямоугольник 73">
            <a:hlinkClick r:id="" action="ppaction://noaction"/>
          </p:cNvPr>
          <p:cNvSpPr/>
          <p:nvPr/>
        </p:nvSpPr>
        <p:spPr>
          <a:xfrm>
            <a:off x="6027895" y="28614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300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75" name="Скругленный прямоугольник 74">
            <a:hlinkClick r:id="" action="ppaction://noaction"/>
          </p:cNvPr>
          <p:cNvSpPr/>
          <p:nvPr/>
        </p:nvSpPr>
        <p:spPr>
          <a:xfrm>
            <a:off x="7421815" y="28614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300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76" name="Скругленный прямоугольник 75">
            <a:hlinkClick r:id="" action="ppaction://noaction"/>
          </p:cNvPr>
          <p:cNvSpPr/>
          <p:nvPr/>
        </p:nvSpPr>
        <p:spPr>
          <a:xfrm>
            <a:off x="1851120" y="36996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400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77" name="Скругленный прямоугольник 76">
            <a:hlinkClick r:id="" action="ppaction://noaction"/>
          </p:cNvPr>
          <p:cNvSpPr/>
          <p:nvPr/>
        </p:nvSpPr>
        <p:spPr>
          <a:xfrm>
            <a:off x="457200" y="36996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400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78" name="Скругленный прямоугольник 77">
            <a:hlinkClick r:id="" action="ppaction://noaction"/>
          </p:cNvPr>
          <p:cNvSpPr/>
          <p:nvPr/>
        </p:nvSpPr>
        <p:spPr>
          <a:xfrm>
            <a:off x="4638960" y="36996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400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79" name="Скругленный прямоугольник 78">
            <a:hlinkClick r:id="" action="ppaction://noaction"/>
          </p:cNvPr>
          <p:cNvSpPr/>
          <p:nvPr/>
        </p:nvSpPr>
        <p:spPr>
          <a:xfrm>
            <a:off x="3245040" y="36996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400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80" name="Скругленный прямоугольник 79">
            <a:hlinkClick r:id="" action="ppaction://noaction"/>
          </p:cNvPr>
          <p:cNvSpPr/>
          <p:nvPr/>
        </p:nvSpPr>
        <p:spPr>
          <a:xfrm>
            <a:off x="6032880" y="36996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400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81" name="Скругленный прямоугольник 80">
            <a:hlinkClick r:id="" action="ppaction://noaction"/>
          </p:cNvPr>
          <p:cNvSpPr/>
          <p:nvPr/>
        </p:nvSpPr>
        <p:spPr>
          <a:xfrm>
            <a:off x="7426800" y="36996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400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82" name="Скругленный прямоугольник 81">
            <a:hlinkClick r:id="" action="ppaction://noaction"/>
          </p:cNvPr>
          <p:cNvSpPr/>
          <p:nvPr/>
        </p:nvSpPr>
        <p:spPr>
          <a:xfrm>
            <a:off x="1845423" y="45378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500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83" name="Скругленный прямоугольник 82">
            <a:hlinkClick r:id="" action="ppaction://noaction"/>
          </p:cNvPr>
          <p:cNvSpPr/>
          <p:nvPr/>
        </p:nvSpPr>
        <p:spPr>
          <a:xfrm>
            <a:off x="451503" y="45378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500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84" name="Скругленный прямоугольник 83">
            <a:hlinkClick r:id="" action="ppaction://noaction"/>
          </p:cNvPr>
          <p:cNvSpPr/>
          <p:nvPr/>
        </p:nvSpPr>
        <p:spPr>
          <a:xfrm>
            <a:off x="4633263" y="45378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500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85" name="Скругленный прямоугольник 84">
            <a:hlinkClick r:id="" action="ppaction://noaction"/>
          </p:cNvPr>
          <p:cNvSpPr/>
          <p:nvPr/>
        </p:nvSpPr>
        <p:spPr>
          <a:xfrm>
            <a:off x="3239343" y="45378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500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86" name="Скругленный прямоугольник 85">
            <a:hlinkClick r:id="" action="ppaction://noaction"/>
          </p:cNvPr>
          <p:cNvSpPr/>
          <p:nvPr/>
        </p:nvSpPr>
        <p:spPr>
          <a:xfrm>
            <a:off x="6027183" y="4537800"/>
            <a:ext cx="1260000" cy="720000"/>
          </a:xfrm>
          <a:prstGeom prst="roundRect">
            <a:avLst/>
          </a:prstGeom>
          <a:solidFill>
            <a:srgbClr val="FF993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500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87" name="Скругленный прямоугольник 86">
            <a:hlinkClick r:id="" action="ppaction://noaction"/>
          </p:cNvPr>
          <p:cNvSpPr/>
          <p:nvPr/>
        </p:nvSpPr>
        <p:spPr>
          <a:xfrm>
            <a:off x="7421103" y="4537800"/>
            <a:ext cx="1260000" cy="720000"/>
          </a:xfrm>
          <a:prstGeom prst="roundRect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itchFamily="34" charset="0"/>
              </a:rPr>
              <a:t>500</a:t>
            </a:r>
            <a:endParaRPr lang="ru-RU" sz="36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itchFamily="34" charset="0"/>
            </a:endParaRPr>
          </a:p>
        </p:txBody>
      </p:sp>
      <p:sp>
        <p:nvSpPr>
          <p:cNvPr id="48" name="Овал 47">
            <a:hlinkClick r:id="rId2" action="ppaction://hlinksldjump"/>
          </p:cNvPr>
          <p:cNvSpPr/>
          <p:nvPr/>
        </p:nvSpPr>
        <p:spPr>
          <a:xfrm>
            <a:off x="6934200" y="5867400"/>
            <a:ext cx="1905000" cy="5334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правила</a:t>
            </a:r>
            <a:endParaRPr lang="ru-RU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Text Box 19"/>
          <p:cNvSpPr txBox="1">
            <a:spLocks noChangeArrowheads="1"/>
          </p:cNvSpPr>
          <p:nvPr/>
        </p:nvSpPr>
        <p:spPr bwMode="auto">
          <a:xfrm>
            <a:off x="1600200" y="4343400"/>
            <a:ext cx="6248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4800" b="1" dirty="0" smtClean="0">
                <a:ln>
                  <a:solidFill>
                    <a:schemeClr val="tx1"/>
                  </a:solidFill>
                </a:ln>
                <a:solidFill>
                  <a:srgbClr val="A50021"/>
                </a:solidFill>
                <a:latin typeface="Calibri" pitchFamily="34" charset="0"/>
              </a:rPr>
              <a:t>ответ</a:t>
            </a:r>
            <a:endParaRPr lang="en-US" sz="4800" b="1" dirty="0">
              <a:ln>
                <a:solidFill>
                  <a:schemeClr val="tx1"/>
                </a:solidFill>
              </a:ln>
              <a:solidFill>
                <a:srgbClr val="A50021"/>
              </a:solidFill>
              <a:latin typeface="Calibri" pitchFamily="34" charset="0"/>
            </a:endParaRPr>
          </a:p>
        </p:txBody>
      </p:sp>
      <p:sp>
        <p:nvSpPr>
          <p:cNvPr id="14" name="Rectangle 25"/>
          <p:cNvSpPr>
            <a:spLocks noChangeArrowheads="1"/>
          </p:cNvSpPr>
          <p:nvPr/>
        </p:nvSpPr>
        <p:spPr bwMode="auto">
          <a:xfrm>
            <a:off x="1295400" y="2531625"/>
            <a:ext cx="6858000" cy="908864"/>
          </a:xfrm>
          <a:prstGeom prst="flowChartTerminator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ru-RU" sz="3600" b="1" i="1" spc="50" dirty="0" smtClean="0">
                <a:ln w="13500">
                  <a:solidFill>
                    <a:sysClr val="windowText" lastClr="000000">
                      <a:alpha val="6500"/>
                    </a:sysClr>
                  </a:solidFill>
                  <a:prstDash val="solid"/>
                </a:ln>
                <a:solidFill>
                  <a:srgbClr val="660033"/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  <a:cs typeface="Times New Roman" charset="0"/>
              </a:rPr>
              <a:t>Место для вопроса</a:t>
            </a:r>
            <a:endParaRPr lang="ru-RU" sz="3600" b="1" i="1" spc="50" dirty="0">
              <a:ln w="13500">
                <a:solidFill>
                  <a:sysClr val="windowText" lastClr="000000">
                    <a:alpha val="6500"/>
                  </a:sysClr>
                </a:solidFill>
                <a:prstDash val="solid"/>
              </a:ln>
              <a:solidFill>
                <a:srgbClr val="660033"/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19" name="Штриховая стрелка вправо 18">
            <a:hlinkClick r:id="rId2" action="ppaction://hlinksldjump" highlightClick="1"/>
          </p:cNvPr>
          <p:cNvSpPr/>
          <p:nvPr/>
        </p:nvSpPr>
        <p:spPr>
          <a:xfrm>
            <a:off x="8077200" y="6019800"/>
            <a:ext cx="609600" cy="457200"/>
          </a:xfrm>
          <a:prstGeom prst="stripedRightArrow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5" name="Text Box 51"/>
          <p:cNvSpPr txBox="1">
            <a:spLocks noChangeArrowheads="1"/>
          </p:cNvSpPr>
          <p:nvPr/>
        </p:nvSpPr>
        <p:spPr bwMode="auto">
          <a:xfrm>
            <a:off x="2286000" y="731838"/>
            <a:ext cx="45720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 algn="ctr">
              <a:spcBef>
                <a:spcPct val="50000"/>
              </a:spcBef>
            </a:pPr>
            <a:r>
              <a:rPr lang="ru-RU" sz="44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rgbClr val="FF9933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Narrow" pitchFamily="34" charset="0"/>
              </a:rPr>
              <a:t>номинация </a:t>
            </a:r>
            <a:r>
              <a:rPr lang="en-US" sz="44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rgbClr val="FF9933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Narrow" pitchFamily="34" charset="0"/>
              </a:rPr>
              <a:t>100</a:t>
            </a:r>
            <a:endParaRPr lang="en-US" sz="4400" b="1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rgbClr val="FF9933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ekton Pro" pitchFamily="34" charset="0"/>
            </a:endParaRPr>
          </a:p>
        </p:txBody>
      </p:sp>
      <p:sp>
        <p:nvSpPr>
          <p:cNvPr id="13" name="Блок-схема: знак завершения 12"/>
          <p:cNvSpPr/>
          <p:nvPr/>
        </p:nvSpPr>
        <p:spPr>
          <a:xfrm>
            <a:off x="3276600" y="6019800"/>
            <a:ext cx="2819400" cy="381000"/>
          </a:xfrm>
          <a:prstGeom prst="flowChartTerminator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Правильный ответ</a:t>
            </a:r>
            <a:endParaRPr lang="ru-RU" sz="1800" dirty="0">
              <a:ln w="12700">
                <a:solidFill>
                  <a:schemeClr val="tx1"/>
                </a:solidFill>
                <a:prstDash val="solid"/>
              </a:ln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2" descr="L:\на сайты\своя игра\смайл.jpg"/>
          <p:cNvPicPr>
            <a:picLocks noChangeAspect="1" noChangeArrowheads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" y="457200"/>
            <a:ext cx="1562100" cy="1338943"/>
          </a:xfrm>
          <a:prstGeom prst="rect">
            <a:avLst/>
          </a:prstGeom>
          <a:noFill/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309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5"/>
          <p:cNvSpPr>
            <a:spLocks noChangeArrowheads="1"/>
          </p:cNvSpPr>
          <p:nvPr/>
        </p:nvSpPr>
        <p:spPr bwMode="auto">
          <a:xfrm>
            <a:off x="1066800" y="2063352"/>
            <a:ext cx="7010400" cy="3170099"/>
          </a:xfrm>
          <a:prstGeom prst="rect">
            <a:avLst/>
          </a:prstGeom>
          <a:solidFill>
            <a:srgbClr val="FFFFFF"/>
          </a:solidFill>
          <a:ln>
            <a:solidFill>
              <a:schemeClr val="accent6">
                <a:lumMod val="75000"/>
              </a:schemeClr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ru-RU" sz="2000" b="1" dirty="0" smtClean="0">
                <a:solidFill>
                  <a:srgbClr val="660033"/>
                </a:solidFill>
                <a:latin typeface="Calibri" pitchFamily="34" charset="0"/>
                <a:cs typeface="Times New Roman" pitchFamily="18" charset="0"/>
              </a:rPr>
              <a:t>В игре могу принимать участие 2-4 участника или </a:t>
            </a:r>
            <a:r>
              <a:rPr lang="en-US" sz="2000" b="1" dirty="0" smtClean="0">
                <a:solidFill>
                  <a:srgbClr val="660033"/>
                </a:solidFill>
                <a:latin typeface="Calibri" pitchFamily="34" charset="0"/>
                <a:cs typeface="Times New Roman" pitchFamily="18" charset="0"/>
              </a:rPr>
              <a:t>2-4 </a:t>
            </a:r>
            <a:r>
              <a:rPr lang="ru-RU" sz="2000" b="1" dirty="0" smtClean="0">
                <a:solidFill>
                  <a:srgbClr val="660033"/>
                </a:solidFill>
                <a:latin typeface="Calibri" pitchFamily="34" charset="0"/>
                <a:cs typeface="Times New Roman" pitchFamily="18" charset="0"/>
              </a:rPr>
              <a:t>команды.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ru-RU" sz="2000" b="1" dirty="0" smtClean="0">
                <a:solidFill>
                  <a:srgbClr val="660033"/>
                </a:solidFill>
                <a:latin typeface="Calibri" pitchFamily="34" charset="0"/>
                <a:cs typeface="Times New Roman" pitchFamily="18" charset="0"/>
              </a:rPr>
              <a:t>Выбрав категорию и цену вопроса вы попадаете на слайд с заданием.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ru-RU" sz="2000" b="1" dirty="0" smtClean="0">
                <a:solidFill>
                  <a:srgbClr val="660033"/>
                </a:solidFill>
                <a:latin typeface="Calibri" pitchFamily="34" charset="0"/>
                <a:cs typeface="Times New Roman" pitchFamily="18" charset="0"/>
              </a:rPr>
              <a:t>По истечении 60 секунд команда даёт ответ , проверить правильность ответа можно щелчком по кнопке «правильный ответ».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ru-RU" sz="2000" b="1" dirty="0" smtClean="0">
                <a:solidFill>
                  <a:srgbClr val="660033"/>
                </a:solidFill>
                <a:latin typeface="Calibri" pitchFamily="34" charset="0"/>
                <a:cs typeface="Times New Roman" pitchFamily="18" charset="0"/>
              </a:rPr>
              <a:t>Вернувшись в главное меню, команда снова выбирает вопрос.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ru-RU" sz="2000" b="1" dirty="0" smtClean="0">
                <a:solidFill>
                  <a:srgbClr val="660033"/>
                </a:solidFill>
                <a:latin typeface="Calibri" pitchFamily="34" charset="0"/>
                <a:cs typeface="Times New Roman" pitchFamily="18" charset="0"/>
              </a:rPr>
              <a:t>Не забывайте вести подсчёт заработанных баллов.</a:t>
            </a:r>
            <a:endParaRPr lang="ru-RU" sz="2000" b="1" dirty="0">
              <a:solidFill>
                <a:srgbClr val="660033"/>
              </a:solidFill>
            </a:endParaRPr>
          </a:p>
        </p:txBody>
      </p:sp>
      <p:sp>
        <p:nvSpPr>
          <p:cNvPr id="19" name="Штриховая стрелка вправо 18">
            <a:hlinkClick r:id="rId2" action="ppaction://hlinksldjump" highlightClick="1"/>
          </p:cNvPr>
          <p:cNvSpPr/>
          <p:nvPr/>
        </p:nvSpPr>
        <p:spPr>
          <a:xfrm rot="16200000">
            <a:off x="7924800" y="6019800"/>
            <a:ext cx="685800" cy="491400"/>
          </a:xfrm>
          <a:prstGeom prst="striped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Text Box 51"/>
          <p:cNvSpPr txBox="1">
            <a:spLocks noChangeArrowheads="1"/>
          </p:cNvSpPr>
          <p:nvPr/>
        </p:nvSpPr>
        <p:spPr bwMode="auto">
          <a:xfrm>
            <a:off x="2286000" y="731838"/>
            <a:ext cx="45720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 algn="ctr">
              <a:spcBef>
                <a:spcPct val="50000"/>
              </a:spcBef>
            </a:pPr>
            <a:r>
              <a:rPr lang="ru-RU" sz="44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rgbClr val="FF9933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Narrow" pitchFamily="34" charset="0"/>
              </a:rPr>
              <a:t>КАК ИГРАТЬ</a:t>
            </a:r>
            <a:endParaRPr lang="en-US" sz="4400" b="1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rgbClr val="FF9933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ekton Pro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57200" y="1524000"/>
            <a:ext cx="8229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b="1" i="1" u="sng" dirty="0" smtClean="0">
                <a:hlinkClick r:id="rId2"/>
              </a:rPr>
              <a:t>https</a:t>
            </a:r>
            <a:r>
              <a:rPr lang="ru-RU" sz="1800" b="1" i="1" u="sng" dirty="0" smtClean="0">
                <a:hlinkClick r:id="rId2"/>
              </a:rPr>
              <a:t>://mrsgowersclasses.files.wordpress.com/2013/04/276002xcitefun-welldone.jpg</a:t>
            </a:r>
            <a:r>
              <a:rPr lang="ru-RU" sz="1800" b="1" i="1" dirty="0" smtClean="0"/>
              <a:t>  </a:t>
            </a:r>
          </a:p>
          <a:p>
            <a:pPr>
              <a:buFontTx/>
              <a:buChar char="-"/>
            </a:pPr>
            <a:r>
              <a:rPr lang="ru-RU" sz="1800" b="1" i="1" dirty="0" err="1" smtClean="0">
                <a:hlinkClick r:id="rId3"/>
              </a:rPr>
              <a:t>С</a:t>
            </a:r>
            <a:r>
              <a:rPr lang="ru-RU" sz="1800" b="1" i="1" dirty="0" err="1" smtClean="0"/>
              <a:t>майл</a:t>
            </a:r>
            <a:endParaRPr lang="ru-RU" sz="1800" b="1" i="1" dirty="0" smtClean="0"/>
          </a:p>
          <a:p>
            <a:pPr>
              <a:buFontTx/>
              <a:buChar char="-"/>
            </a:pPr>
            <a:r>
              <a:rPr lang="ru-RU" sz="1800" b="1" i="1" u="sng" dirty="0" smtClean="0">
                <a:hlinkClick r:id="rId3"/>
              </a:rPr>
              <a:t>http</a:t>
            </a:r>
            <a:r>
              <a:rPr lang="ru-RU" sz="1800" b="1" i="1" u="sng" dirty="0" smtClean="0">
                <a:hlinkClick r:id="rId3"/>
              </a:rPr>
              <a:t>://clubvinyl.ru/wp-content/uploads/2015/08/0_7e0e7_b000d466_L-300x203.png</a:t>
            </a:r>
            <a:r>
              <a:rPr lang="ru-RU" sz="1800" b="1" i="1" u="sng" dirty="0" smtClean="0"/>
              <a:t> </a:t>
            </a:r>
          </a:p>
          <a:p>
            <a:r>
              <a:rPr lang="ru-RU" sz="1800" b="1" i="1" dirty="0" smtClean="0"/>
              <a:t>- сова</a:t>
            </a:r>
          </a:p>
          <a:p>
            <a:endParaRPr lang="ru-RU" sz="1800" dirty="0"/>
          </a:p>
        </p:txBody>
      </p:sp>
      <p:sp>
        <p:nvSpPr>
          <p:cNvPr id="3" name="TextBox 2"/>
          <p:cNvSpPr txBox="1"/>
          <p:nvPr/>
        </p:nvSpPr>
        <p:spPr>
          <a:xfrm>
            <a:off x="3581400" y="990600"/>
            <a:ext cx="1705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Источники:</a:t>
            </a:r>
            <a:endParaRPr lang="ru-RU" dirty="0"/>
          </a:p>
        </p:txBody>
      </p:sp>
      <p:sp>
        <p:nvSpPr>
          <p:cNvPr id="4" name="Штриховая стрелка вправо 3">
            <a:hlinkClick r:id="rId4" action="ppaction://hlinksldjump" highlightClick="1"/>
          </p:cNvPr>
          <p:cNvSpPr/>
          <p:nvPr/>
        </p:nvSpPr>
        <p:spPr>
          <a:xfrm rot="16200000">
            <a:off x="7924800" y="6019800"/>
            <a:ext cx="685800" cy="491400"/>
          </a:xfrm>
          <a:prstGeom prst="striped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Умножение 4">
            <a:hlinkClick r:id="" action="ppaction://hlinkshowjump?jump=endshow"/>
          </p:cNvPr>
          <p:cNvSpPr/>
          <p:nvPr/>
        </p:nvSpPr>
        <p:spPr>
          <a:xfrm>
            <a:off x="7924800" y="457200"/>
            <a:ext cx="609600" cy="609600"/>
          </a:xfrm>
          <a:prstGeom prst="mathMultiply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601af364f1b0b255f2ad491dca828fc5085ea8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Другая 16">
      <a:dk1>
        <a:sysClr val="windowText" lastClr="000000"/>
      </a:dk1>
      <a:lt1>
        <a:sysClr val="window" lastClr="F2F2F2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750A3D"/>
      </a:hlink>
      <a:folHlink>
        <a:srgbClr val="5F7791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1846</TotalTime>
  <Words>140</Words>
  <Application>Microsoft Office PowerPoint</Application>
  <PresentationFormat>Экран (4:3)</PresentationFormat>
  <Paragraphs>58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Апекс</vt:lpstr>
      <vt:lpstr>Слайд 1</vt:lpstr>
      <vt:lpstr>Слайд 2</vt:lpstr>
      <vt:lpstr>Слайд 3</vt:lpstr>
      <vt:lpstr>Слайд 4</vt:lpstr>
      <vt:lpstr>Слайд 5</vt:lpstr>
    </vt:vector>
  </TitlesOfParts>
  <Company>Mayers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Своя игра</dc:title>
  <dc:subject>Викторина</dc:subject>
  <dc:creator>Головина Е.А.</dc:creator>
  <cp:lastModifiedBy>Admin</cp:lastModifiedBy>
  <cp:revision>242</cp:revision>
  <dcterms:created xsi:type="dcterms:W3CDTF">2006-08-11T05:33:13Z</dcterms:created>
  <dcterms:modified xsi:type="dcterms:W3CDTF">2017-03-14T15:04:16Z</dcterms:modified>
</cp:coreProperties>
</file>